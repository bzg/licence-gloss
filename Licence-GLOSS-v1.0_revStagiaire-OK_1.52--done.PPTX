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280" cy="4386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fr-FR" sz="1800" spc="-1" strike="noStrike">
                <a:latin typeface="Arial"/>
              </a:rPr>
              <a:t>Click to edit the title text format</a:t>
            </a:r>
            <a:endParaRPr b="0" lang="fr-FR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CustomShape 1"/>
          <p:cNvSpPr/>
          <p:nvPr/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fr-FR" sz="4400" spc="-1" strike="noStrike">
                <a:latin typeface="Arial"/>
              </a:rPr>
              <a:t>Licence GLOSS💄</a:t>
            </a:r>
            <a:endParaRPr b="0" lang="fr-FR" sz="4400" spc="-1" strike="noStrike">
              <a:latin typeface="Arial"/>
            </a:endParaRPr>
          </a:p>
        </p:txBody>
      </p:sp>
      <p:pic>
        <p:nvPicPr>
          <p:cNvPr id="38" name="" descr=""/>
          <p:cNvPicPr/>
          <p:nvPr/>
        </p:nvPicPr>
        <p:blipFill>
          <a:blip r:embed="rId1"/>
          <a:stretch/>
        </p:blipFill>
        <p:spPr>
          <a:xfrm>
            <a:off x="223920" y="1282680"/>
            <a:ext cx="5465880" cy="3936960"/>
          </a:xfrm>
          <a:prstGeom prst="rect">
            <a:avLst/>
          </a:prstGeom>
          <a:ln w="0">
            <a:noFill/>
          </a:ln>
        </p:spPr>
      </p:pic>
      <p:sp>
        <p:nvSpPr>
          <p:cNvPr id="39" name="CustomShape 2"/>
          <p:cNvSpPr/>
          <p:nvPr/>
        </p:nvSpPr>
        <p:spPr>
          <a:xfrm>
            <a:off x="6120000" y="2736000"/>
            <a:ext cx="3599640" cy="11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fr-FR" sz="2400" spc="-1" strike="noStrike">
                <a:latin typeface="Arial"/>
              </a:rPr>
              <a:t>Souveraineté et autonomie logicielle stratégique (GLOSS)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40" name="CustomShape 3"/>
          <p:cNvSpPr/>
          <p:nvPr/>
        </p:nvSpPr>
        <p:spPr>
          <a:xfrm>
            <a:off x="6084000" y="1692000"/>
            <a:ext cx="359964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fr-FR" sz="2000" spc="-1" strike="noStrike">
                <a:latin typeface="Arial"/>
              </a:rPr>
              <a:t>Dissipation de connaissance et contributions aléatoires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41" name="CustomShape 4"/>
          <p:cNvSpPr/>
          <p:nvPr/>
        </p:nvSpPr>
        <p:spPr>
          <a:xfrm>
            <a:off x="6120000" y="4356000"/>
            <a:ext cx="3599640" cy="60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latin typeface="Arial"/>
              </a:rPr>
              <a:t>Open source ou sorte de domaine public : MIT, GPL, etc. </a:t>
            </a:r>
            <a:endParaRPr b="0" lang="fr-FR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LibreOffice/7.0.3.1$Linux_X86_64 LibreOffice_project/00$Build-1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2021-04-01T14:11:28Z</dcterms:created>
  <dc:creator>Bastien Guerry</dc:creator>
  <dc:description/>
  <dc:language>fr-FR</dc:language>
  <cp:lastModifiedBy>Bastien Guerry</cp:lastModifiedBy>
  <dcterms:modified xsi:type="dcterms:W3CDTF">2021-04-01T14:18:50Z</dcterms:modified>
  <cp:revision>2</cp:revision>
  <dc:subject/>
  <dc:title/>
</cp:coreProperties>
</file>